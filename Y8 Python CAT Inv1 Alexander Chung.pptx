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90F6-3107-F80F-109C-7251A26E4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56F27-480F-97B2-ABB7-31150249F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4808-2849-0CAB-477E-6EB85BD4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7461E-8780-2475-61BA-C6697D60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47A6D-A596-45EA-DAD0-DFBC8EE0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6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28E7-EA03-AC95-F284-79E4A63F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D011A-6860-89EF-9EF2-607E9D1BD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A969E-7BDB-EA0F-91F4-AB440F62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BA37A-9764-152B-CEE9-F9076813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27B-5715-BC25-34BC-96A70B02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2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728B-1E96-5D0C-0B20-1D19209D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96BAB-9E1B-813E-4DE7-0E49CC1A3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14C0B-B3E7-FFAF-3D5A-06C20B4A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31E4C-8209-D1BA-589C-D0CE7E45E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D37F6-A638-2AF8-F43F-863AAD17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4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7EA5-36C1-B8B9-AD51-6B88CA90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FEA91-89E9-30B6-6440-3679AD451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328BC-9020-5B4A-11B7-6796EF33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5F742-6368-07B0-BC3C-2CD65509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CBE79-20B4-EEAD-18F4-2A48639E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CE275-9813-793B-69BE-8A6C9AAD2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7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0B61-5110-6C34-ED28-0EE1FEE2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69101-3BB5-E930-7B7B-53871067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75DB6-2FB3-0CEE-4EED-1AD177BA3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6F547-D075-0A2E-3BED-BBD02CDBE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FE642-09D9-8197-5ABE-67F3E2DBC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7D2659-445A-2898-6EB8-69C9CA41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DE97B-73F4-349C-644B-DA95E3D4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75963-49CF-F0A0-5DEC-A278E461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2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316F-4718-9C9B-900A-C5EB1F52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601C8-EC01-001C-E3EC-84D07794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38C81-0153-07B4-B644-D3A082EB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455ED-7D70-6B67-8DA3-29E3A8D4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34491-6A0D-D011-1369-DCE850F7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386AC-F51E-BB73-89BC-FF10C202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8473C-D771-0218-4F80-8FBBADA5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2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9C8E-7126-C06F-3D8F-2FAA3F469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4686B-AC30-BEBC-EE35-70950D07E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F4ABD-5DE0-8010-996B-D1BD068A6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BEF7D-050C-10DB-02DB-7179FFFC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FEE7-6ABB-8453-9AC9-ED537480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38D5A-2BFC-D2A2-02DC-E104DA64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2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AAC2-5C98-5592-D2C5-D086950C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49BA7C-1399-2CBC-0686-436350001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7B3A1-AA67-86A7-513C-AC977DED1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3AFDE-40E4-5B49-0DE0-354B259D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7B3C0-DB91-B160-F477-056EE747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884BC-D12D-23D9-76C1-9284FFF3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4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D428-E03C-B414-5F7A-B67EC5FA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527FD-28DB-7DDB-08A0-774A0641F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6576D-105C-E5AE-C019-96AED5C0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E5DE3-7A36-B2A8-CA79-91D08C6C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86B79-8348-5991-687C-F90E7C30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1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99F83-703D-7E93-A2FD-1EE43AA0D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85D0A-F02A-E3AC-0EBB-8DA8B1348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A7E1D-1B6E-5CD6-F443-7B8091B4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4DAB2-06CC-85FE-A798-9477D43B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F0B2D-D473-0E0B-8443-D44F5646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78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63352-0750-A7D2-04A0-53622111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C3E58-7117-0150-E2A8-37C89EF5B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3F34A-5107-059A-0D49-8ECCE912A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4977F-772B-7842-AFA3-3B152961639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7032B-4301-BA1C-6F61-B29597FD2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231D-2A44-1BAA-E99D-00E3570A2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0CFDD-321B-7B4C-B1F6-AF986ADE4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47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7B95-F2C5-70E5-013C-889E253C06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Y8 Python CAT Investigation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DFFE3-388B-3C52-12CD-D16DD1063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Alexander Chung</a:t>
            </a:r>
          </a:p>
        </p:txBody>
      </p:sp>
    </p:spTree>
    <p:extLst>
      <p:ext uri="{BB962C8B-B14F-4D97-AF65-F5344CB8AC3E}">
        <p14:creationId xmlns:p14="http://schemas.microsoft.com/office/powerpoint/2010/main" val="428185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556C-75CB-AA5D-3165-176DAA46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F50527-B170-1EF8-BF74-A6123AB65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03410"/>
            <a:ext cx="1078171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the shape resemble a tree?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follows a central trunk that splits into smaller limbs, which then split again.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There’s a clear progression from a thick base to many thin twigs at the tips.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collective ends of the branches form a rounded or spread-out silhouette are similar to a real tree's canopy.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is the shape a simplified/unrealistic representation?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trees are influenced by wind, light, and gravity, making them lopsided or irregular.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basic model, every branch splits at the exact same degree.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branches vary in length based on age and health, whereas these models use pre-set angles.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C8037-FA14-CD4A-0678-E81474ACA0C4}"/>
              </a:ext>
            </a:extLst>
          </p:cNvPr>
          <p:cNvSpPr txBox="1"/>
          <p:nvPr/>
        </p:nvSpPr>
        <p:spPr>
          <a:xfrm>
            <a:off x="838200" y="3597870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a Fractal?</a:t>
            </a:r>
          </a:p>
          <a:p>
            <a:r>
              <a:rPr lang="en-US" dirty="0"/>
              <a:t>A fractal is a geometric figure where each part has the same statistical character as the whole. In simpler terms, it is self-similar. If you zoom in on a small branch of a fractal tree, it looks like a miniature version of the entire tree.</a:t>
            </a:r>
          </a:p>
          <a:p>
            <a:r>
              <a:rPr lang="en-US" dirty="0"/>
              <a:t>Because a Level 5 tree is just a trunk with two Level 4 trees attached to the top, we don't need unique rules for every single branch. Instead, we use recursive logic:</a:t>
            </a:r>
          </a:p>
          <a:p>
            <a:r>
              <a:rPr lang="en-US" dirty="0"/>
              <a:t>Draw a line (the trunk).</a:t>
            </a:r>
          </a:p>
          <a:p>
            <a:r>
              <a:rPr lang="en-US" dirty="0"/>
              <a:t>Turn left and repeat the "tree" process at a smaller level.</a:t>
            </a:r>
          </a:p>
          <a:p>
            <a:r>
              <a:rPr lang="en-US" dirty="0"/>
              <a:t>Turn right and repeat the "tree" process at a smaller level.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49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8655-2159-5879-4C9B-A14C4CBD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511B-0892-2242-99F3-961C6BF30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2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80E4-4CE4-FE80-3F6D-D40470A9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52AFF-CE04-8578-59BE-E39771F94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88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4399</TotalTime>
  <Words>257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Y8 Python CAT Investigation 1</vt:lpstr>
      <vt:lpstr>Intro</vt:lpstr>
      <vt:lpstr>PowerPoint Presentation</vt:lpstr>
      <vt:lpstr>Task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CHUNG ALexander</dc:creator>
  <cp:lastModifiedBy>CHUNG ALexander</cp:lastModifiedBy>
  <cp:revision>1</cp:revision>
  <dcterms:created xsi:type="dcterms:W3CDTF">2026-04-20T04:41:00Z</dcterms:created>
  <dcterms:modified xsi:type="dcterms:W3CDTF">2026-04-23T06:00:34Z</dcterms:modified>
</cp:coreProperties>
</file>